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1E1F"/>
    <a:srgbClr val="0100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B5DD0A-2728-CF1A-9157-72156BBCE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5ADE2A-ECE8-4A28-0F9A-DE2AE3035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C57C7F-8605-F1BE-929F-F3C12E374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773D-8AB7-4395-A5E0-F1118E3771C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B47726-688A-4705-0953-8EB96248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36AEB7-1E9E-2AE5-7755-CC3F7915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507B-DC34-408F-AC97-3528F4897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8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5CFC-ACD0-6760-65C5-B1AA06A38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C01B1-C852-245C-2811-90284C63F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363FAC-B518-B729-017D-FF6B67764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773D-8AB7-4395-A5E0-F1118E3771C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977BC4-9152-E530-AD18-19DA3F9D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E03616-A1DC-A99B-2DB3-16981F72F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507B-DC34-408F-AC97-3528F4897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39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708A3-3C29-00DE-724D-E4EA6D613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DF91A6-3548-632E-DE36-42F6A11AC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6B5FF4-28AD-71CC-9061-50E8A114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773D-8AB7-4395-A5E0-F1118E3771C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73D950-3C73-54A0-60A0-4EA08151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0B4C93-F347-A7D0-25AC-4827D427E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507B-DC34-408F-AC97-3528F4897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184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E2D95-2973-7EB9-B050-9C337DDDC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2CA0B8-A1E0-892B-09D6-02D24F034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F51992-51A5-6276-3220-75B28F79E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781245-DD3E-822B-AD6E-33DF6F67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773D-8AB7-4395-A5E0-F1118E3771C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45BA1E-4A6C-E990-6CAE-6E8AEEDE6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53BB12-BA8C-B819-3AA2-B10EE588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507B-DC34-408F-AC97-3528F4897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940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28040-608D-B496-08B5-588FD3AFD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65370A-3081-2FF6-D854-9B530ECBE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2C9155-FC0A-C51B-2DEA-BF50B11B9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33526A5-8235-72AF-2B50-594FE3DE2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530944-4C3C-98D9-3F53-9A961DF54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FACE8E-C363-4203-B15F-08C4B1B7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773D-8AB7-4395-A5E0-F1118E3771C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6901B8F-1FDF-3BFF-222D-00B6D8A1B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538441B-5296-E341-2923-77706131B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507B-DC34-408F-AC97-3528F4897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44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FD642-EBFD-5172-427A-0F2C92C9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38DF999-F3EE-029C-52A6-DA5080E49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773D-8AB7-4395-A5E0-F1118E3771C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6362AE-687D-0787-285D-E2DD6ED31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8DB42F-4050-6F00-7CBF-680CDE36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507B-DC34-408F-AC97-3528F4897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787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4D648E-ACB9-27E8-73B0-AE42C4F8D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773D-8AB7-4395-A5E0-F1118E3771C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F68FAC7-A6F7-2419-37A0-B9DC214D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8475F3-8F68-63C7-744E-629592AA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507B-DC34-408F-AC97-3528F4897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208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DE2348-CD8E-D9F1-3A98-A84278498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A0E507-1BD2-E074-B3C4-2CB428A79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CB84B3-FB50-51EA-954F-CD7FA6834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67CE30-5A75-C36A-F89E-72BC0DAF7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773D-8AB7-4395-A5E0-F1118E3771C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F62232-762B-D05A-A8D8-ED8870EE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88CE2B-D28C-B98B-312D-C008A94B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507B-DC34-408F-AC97-3528F4897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723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038BD-240C-033C-9E65-E544197F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32A2E9-3264-C307-0344-3D9AEF9F17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C29498-15F4-DDE0-30C5-39B0DED28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F9D066-6140-C5AD-8F9F-D28C49EFE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773D-8AB7-4395-A5E0-F1118E3771C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9ED29C-9218-6805-9287-E40E15B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754101-D235-9B23-A172-28D7F4FA1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507B-DC34-408F-AC97-3528F4897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670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8CA003-06AE-6D89-A8C9-A833EB0C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8A29C5-5F99-7869-CC75-E2EB1D67D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07F964-749B-FDF1-7CED-09385E848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773D-8AB7-4395-A5E0-F1118E3771C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35449D-0912-EE80-DE5B-49E24777C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F4A1D5-3D33-799F-9DA6-3C606FDD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507B-DC34-408F-AC97-3528F4897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723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65B43D0-6F34-0A3F-A5C7-FD09559590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FD84C2-2521-6C75-93BB-7470211D3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6D57FD-7388-F20C-BF2F-A99C19C0E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9773D-8AB7-4395-A5E0-F1118E3771C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0327D0-E54B-42BE-7BB2-520FAC18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DDF48A-DF66-49C7-6170-5159754B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507B-DC34-408F-AC97-3528F4897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24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1EF22F-5EBC-3F87-595A-1FE196E25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4E262A-FBE3-4432-7F30-553802530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AE3159-A3B9-DF80-D098-7ACE1EED8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9773D-8AB7-4395-A5E0-F1118E3771CA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D61D5D-C757-2B05-5190-A7B10DCBA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18BD3E-D247-754A-1020-0B8A3858F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4507B-DC34-408F-AC97-3528F4897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38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org/details/dancingbush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E8DF33-508B-D264-1A09-A4E0F981E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231" y="3095140"/>
            <a:ext cx="3081403" cy="308140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AF4D85-05BE-D30A-B624-685A09BE1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4361" y="3095140"/>
            <a:ext cx="9144000" cy="2387600"/>
          </a:xfrm>
        </p:spPr>
        <p:txBody>
          <a:bodyPr>
            <a:no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Arial Black" panose="020B0A04020102020204" pitchFamily="34" charset="0"/>
                <a:ea typeface="Artifakt Element Heavy" panose="020B0B03050000020004" pitchFamily="34" charset="-52"/>
                <a:cs typeface="Cascadia Mono SemiBold" panose="020B0609020000020004" pitchFamily="49" charset="0"/>
              </a:rPr>
              <a:t>THE ERA OF</a:t>
            </a:r>
            <a:br>
              <a:rPr lang="en-US" sz="8000" dirty="0">
                <a:solidFill>
                  <a:schemeClr val="bg1"/>
                </a:solidFill>
                <a:latin typeface="Arial Black" panose="020B0A04020102020204" pitchFamily="34" charset="0"/>
                <a:ea typeface="Artifakt Element Heavy" panose="020B0B03050000020004" pitchFamily="34" charset="-52"/>
                <a:cs typeface="Cascadia Mono SemiBold" panose="020B0609020000020004" pitchFamily="49" charset="0"/>
              </a:rPr>
            </a:br>
            <a:r>
              <a:rPr lang="en-US" sz="8000" dirty="0">
                <a:solidFill>
                  <a:schemeClr val="bg1"/>
                </a:solidFill>
                <a:latin typeface="Arial Black" panose="020B0A04020102020204" pitchFamily="34" charset="0"/>
                <a:ea typeface="Artifakt Element Heavy" panose="020B0B03050000020004" pitchFamily="34" charset="-52"/>
                <a:cs typeface="Cascadia Mono SemiBold" panose="020B0609020000020004" pitchFamily="49" charset="0"/>
              </a:rPr>
              <a:t>ADOBE</a:t>
            </a:r>
            <a:br>
              <a:rPr lang="en-US" sz="8000" dirty="0">
                <a:solidFill>
                  <a:schemeClr val="bg1"/>
                </a:solidFill>
                <a:latin typeface="Arial Black" panose="020B0A04020102020204" pitchFamily="34" charset="0"/>
                <a:ea typeface="Artifakt Element Heavy" panose="020B0B03050000020004" pitchFamily="34" charset="-52"/>
                <a:cs typeface="Cascadia Mono SemiBold" panose="020B0609020000020004" pitchFamily="49" charset="0"/>
              </a:rPr>
            </a:br>
            <a:br>
              <a:rPr lang="en-US" sz="8000" dirty="0">
                <a:solidFill>
                  <a:schemeClr val="bg1"/>
                </a:solidFill>
                <a:latin typeface="Arial Black" panose="020B0A04020102020204" pitchFamily="34" charset="0"/>
                <a:ea typeface="Artifakt Element Heavy" panose="020B0B03050000020004" pitchFamily="34" charset="-52"/>
                <a:cs typeface="Cascadia Mono SemiBold" panose="020B0609020000020004" pitchFamily="49" charset="0"/>
              </a:rPr>
            </a:br>
            <a:r>
              <a:rPr lang="en-US" sz="8000" dirty="0">
                <a:solidFill>
                  <a:schemeClr val="bg1"/>
                </a:solidFill>
                <a:latin typeface="Arial Black" panose="020B0A04020102020204" pitchFamily="34" charset="0"/>
                <a:ea typeface="Artifakt Element Heavy" panose="020B0B03050000020004" pitchFamily="34" charset="-52"/>
                <a:cs typeface="Cascadia Mono SemiBold" panose="020B0609020000020004" pitchFamily="49" charset="0"/>
              </a:rPr>
              <a:t>  LASH</a:t>
            </a:r>
            <a:endParaRPr lang="ru-RU" sz="8000" dirty="0">
              <a:solidFill>
                <a:schemeClr val="bg1"/>
              </a:solidFill>
              <a:latin typeface="Arial Black" panose="020B0A04020102020204" pitchFamily="34" charset="0"/>
              <a:ea typeface="Artifakt Element Heavy" panose="020B0B03050000020004" pitchFamily="34" charset="-52"/>
              <a:cs typeface="Cascadia Mono SemiBold" panose="020B0609020000020004" pitchFamily="49" charset="0"/>
            </a:endParaRPr>
          </a:p>
        </p:txBody>
      </p:sp>
      <p:pic>
        <p:nvPicPr>
          <p:cNvPr id="3" name="Picture 10" descr="Picture background">
            <a:extLst>
              <a:ext uri="{FF2B5EF4-FFF2-40B4-BE49-F238E27FC236}">
                <a16:creationId xmlns:a16="http://schemas.microsoft.com/office/drawing/2014/main" id="{ABEC94FF-E4B0-C771-18EB-8710BB806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9225">
            <a:off x="-961505" y="3346391"/>
            <a:ext cx="867960" cy="48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3F2C1BF3-44FB-189A-8F17-37364F6A4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327" y="-3957665"/>
            <a:ext cx="3674692" cy="364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icture background">
            <a:extLst>
              <a:ext uri="{FF2B5EF4-FFF2-40B4-BE49-F238E27FC236}">
                <a16:creationId xmlns:a16="http://schemas.microsoft.com/office/drawing/2014/main" id="{4151C9F2-904F-F844-1DF3-47B009B07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7935">
            <a:off x="8958680" y="-4759888"/>
            <a:ext cx="3449652" cy="432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 descr="Изображение выглядит как текст, графический дизайн, Графика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296FF61-813D-5843-E4B5-390CA306A9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779" y="7160817"/>
            <a:ext cx="8041593" cy="242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7871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3520BB65-55C4-49A2-9E63-D66377FCD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9225">
            <a:off x="2518902" y="1471634"/>
            <a:ext cx="4196277" cy="2360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B2A3ABD5-2B02-28D1-38CB-ED124FFE0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77" y="2989394"/>
            <a:ext cx="3674692" cy="364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9ABC3F71-01B4-99E1-327A-5F8599DD8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7935">
            <a:off x="8660296" y="139747"/>
            <a:ext cx="3449652" cy="432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 descr="Изображение выглядит как текст, графический дизайн, Графика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7EA983C-2CAC-2568-101E-C438412A1B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407" y="4206163"/>
            <a:ext cx="8041593" cy="242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350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снимок экрана, Шрифт, дизайн">
            <a:extLst>
              <a:ext uri="{FF2B5EF4-FFF2-40B4-BE49-F238E27FC236}">
                <a16:creationId xmlns:a16="http://schemas.microsoft.com/office/drawing/2014/main" id="{187F4A20-543E-C760-9E7D-A8C5CDF88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1205" y="1"/>
            <a:ext cx="13414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84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снимок экрана, Шрифт, дизайн">
            <a:extLst>
              <a:ext uri="{FF2B5EF4-FFF2-40B4-BE49-F238E27FC236}">
                <a16:creationId xmlns:a16="http://schemas.microsoft.com/office/drawing/2014/main" id="{187F4A20-543E-C760-9E7D-A8C5CDF88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1205" y="1"/>
            <a:ext cx="13414409" cy="6858000"/>
          </a:xfrm>
          <a:prstGeom prst="rect">
            <a:avLst/>
          </a:prstGeom>
        </p:spPr>
      </p:pic>
      <p:pic>
        <p:nvPicPr>
          <p:cNvPr id="3" name="Рисунок 2" descr="Изображение выглядит как мультфильм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BF890C7-F166-50BD-9E2D-5432755F8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934" y="3834814"/>
            <a:ext cx="117157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6408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троительство, текст, Электронная вывеска, на открытом воздух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4624855-A529-7D56-F87B-25ECBC67C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02679351-F33B-4D79-3949-BFBA1D3E2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642" y="1595891"/>
            <a:ext cx="6994358" cy="526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90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4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занавеска, Карминный цвет, крас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45941F7-0651-2DB7-FF32-83714367F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43" y="0"/>
            <a:ext cx="10322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83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5FCE333B-DCF7-844E-2FD4-ED125BC95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03" y="0"/>
            <a:ext cx="11430000" cy="642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532B84-161B-BF47-7E08-DE2A07BF5689}"/>
              </a:ext>
            </a:extLst>
          </p:cNvPr>
          <p:cNvSpPr txBox="1"/>
          <p:nvPr/>
        </p:nvSpPr>
        <p:spPr>
          <a:xfrm>
            <a:off x="5830101" y="6429375"/>
            <a:ext cx="762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PLAY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0602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0AA8052D-EF06-93E1-65CD-32DE63D49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75029"/>
            <a:ext cx="12192000" cy="870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145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текст, снимок экрана, человек, Человеческое лиц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EDB8518-D53B-F64D-0A6C-DAAB91DD3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83"/>
            <a:ext cx="12192000" cy="683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08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графический дизайн, плакат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F5299D9-EDA4-017E-4B98-36D4C9945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4455"/>
            <a:ext cx="12192000" cy="484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27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2297CF-17DA-C458-822E-BA1498A73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88554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1C3FB8-B337-3DCF-EAC2-FB4A5AAE9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554" y="0"/>
            <a:ext cx="7332263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D34F8B1-E465-E3C3-92EB-8A3419C9F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835" y="38100"/>
            <a:ext cx="45719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0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50AE1B2-A1B2-5AD2-EC47-D75BC5E2B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12" y="38100"/>
            <a:ext cx="8867775" cy="67818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46E753A-BC0E-EA25-CB94-9AD583F06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96454" y="0"/>
            <a:ext cx="7688554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B8B82E-DD17-3FAA-A2E9-640DBB219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4487" y="0"/>
            <a:ext cx="7332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625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Объект 4" descr="Изображение выглядит как текст, программное обеспечение, Мультимедийное программное обеспечение, Значок на компьютере">
            <a:extLst>
              <a:ext uri="{FF2B5EF4-FFF2-40B4-BE49-F238E27FC236}">
                <a16:creationId xmlns:a16="http://schemas.microsoft.com/office/drawing/2014/main" id="{A391E1BD-629C-D87A-0531-0766B34DD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58188" y="-58266326"/>
            <a:ext cx="279352588" cy="157135827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CFC6BF-A869-70F7-4315-CFD459A81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3700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9D69EF-B200-424C-9E3B-6C18C0E6B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70071"/>
            <a:ext cx="12192000" cy="108941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B5C59F-3177-B259-2F6D-46DDC6110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025" y="2459488"/>
            <a:ext cx="4933950" cy="1657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F1B2A0-BC9F-64C0-1B39-125B8B51CB75}"/>
              </a:ext>
            </a:extLst>
          </p:cNvPr>
          <p:cNvSpPr txBox="1"/>
          <p:nvPr/>
        </p:nvSpPr>
        <p:spPr>
          <a:xfrm>
            <a:off x="1836821" y="5206255"/>
            <a:ext cx="8518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I won’t show the last one</a:t>
            </a:r>
            <a:endParaRPr lang="ru-RU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641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программное обеспечение, Мультимедийное программное обеспечение, Значок на компьютере">
            <a:extLst>
              <a:ext uri="{FF2B5EF4-FFF2-40B4-BE49-F238E27FC236}">
                <a16:creationId xmlns:a16="http://schemas.microsoft.com/office/drawing/2014/main" id="{83CD026D-E058-2765-3250-9054B8729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61C4AFE-A431-C4A8-12BD-8230C3BA0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616755" y="-4051300"/>
            <a:ext cx="406845" cy="457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0614B0-9BC9-51F2-F19F-4C8DC18F8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444" y="2601971"/>
            <a:ext cx="511655" cy="4571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7285FA-FB5C-E82E-10FC-20E5F51EE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550" y="2601971"/>
            <a:ext cx="136106" cy="457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42A7C5-E948-DA4A-3507-ACB4A0216856}"/>
              </a:ext>
            </a:extLst>
          </p:cNvPr>
          <p:cNvSpPr txBox="1"/>
          <p:nvPr/>
        </p:nvSpPr>
        <p:spPr>
          <a:xfrm flipH="1">
            <a:off x="9593444" y="2570969"/>
            <a:ext cx="396473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" dirty="0">
                <a:solidFill>
                  <a:schemeClr val="bg1"/>
                </a:solidFill>
                <a:latin typeface="Arial Black" panose="020B0A04020102020204" pitchFamily="34" charset="0"/>
              </a:rPr>
              <a:t>I won’t show the last one</a:t>
            </a:r>
            <a:endParaRPr lang="ru-RU" sz="1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8932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F5A297F2-EF48-4D74-4F88-5201EC64C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7163" y="0"/>
            <a:ext cx="1314632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6117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22</Words>
  <Application>Microsoft Office PowerPoint</Application>
  <PresentationFormat>Широкоэкранный</PresentationFormat>
  <Paragraphs>4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Arial Black</vt:lpstr>
      <vt:lpstr>Тема Office</vt:lpstr>
      <vt:lpstr>THE ERA OF ADOBE    LASH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Семичастнов</dc:creator>
  <cp:lastModifiedBy>Максим Семичастнов</cp:lastModifiedBy>
  <cp:revision>2</cp:revision>
  <dcterms:created xsi:type="dcterms:W3CDTF">2026-06-22T20:18:39Z</dcterms:created>
  <dcterms:modified xsi:type="dcterms:W3CDTF">2026-06-23T12:14:26Z</dcterms:modified>
</cp:coreProperties>
</file>